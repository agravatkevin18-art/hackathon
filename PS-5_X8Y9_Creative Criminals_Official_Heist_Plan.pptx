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ATMIYA DEVELOPER STUDENTS CLUB PRESENTS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 Semibold"/>
              </a:defRPr>
            </a:pPr>
            <a:r>
              <a:t>CODE CARNIVAL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717A"/>
                </a:solidFill>
                <a:latin typeface="Segoe UI"/>
              </a:defRPr>
            </a:pPr>
            <a:r>
              <a:t>Idea Submission Template  •  The Heist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NAME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ID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X8Y9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LEADER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Hirva Chaniyara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7040880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PROBLEM STATEMENT TITLE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PS-05: On-device threat, phishing and scam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72000"/>
            <a:ext cx="3383280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THEME / TRACK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Mobile Cybersecurity &amp; On-Device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01 • THE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PROBLEM STATEMENT &amp; UNDERSTANDING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Rapid surge in mobile smishing, fake bank KYC alerts, electricity disconnection notices, and deceptive UPI payment traps.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Targeted users: Over 400M+ UPI digital payment users, elderly citizens, and non-tech-savvy smartphone owners.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Massive financial scale: Over ₹1,750+ Crores lost annually in India to social engineering, with 68% attacks originating via SMS.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Sideloaded malicious APK trojans silently steal OTPs and keystrokes via abused Accessibility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OUR UNDERSTANDING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Root cause: Attackers exploit psychological urgency and panic before users can verify links or suspicious permissions.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Gaps in current solutions: Cloud-based scanners violate privacy, suffer 2-4s latency, and fail completely when offline.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Privacy violation: Cloud scanning transmits personal SMS and chats to third-party servers, risking massive regulatory penalties.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Why it needs solving now: India's DPDP Act 2023 mandates strict data privacy, creating an urgent need for 100% on-device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02 • THE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PROPOSED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OUR IDEA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Solution in one line: An ultra-lightweight, 100% on-device AI security engine providing real-time threat, smishing, and APK protection.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How it addresses the problem: Evaluates SMS urgency, typosquatted URLs, and APK permissions locally in &lt; 50ms without cloud latency.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What is unique about it: Zero cloud data leakage. Operates 100% autonomously in airplane and offline mode with &lt; 2% battery footprint.</a:t>
            </a:r>
          </a:p>
          <a:p>
            <a:pPr>
              <a:defRPr sz="1300">
                <a:solidFill>
                  <a:srgbClr val="18181B"/>
                </a:solidFill>
                <a:latin typeface="Segoe UI"/>
              </a:defRPr>
            </a:pPr>
            <a:r>
              <a:t>• Who benefits: Every smartphone user, especially elderly citizens and digital banking transactors who gain instant proactive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ON-DEVICE AI SHIELD ARCHITECTURE</a:t>
            </a:r>
          </a:p>
          <a:p>
            <a:pPr>
              <a:defRPr sz="1200">
                <a:solidFill>
                  <a:srgbClr val="18181B"/>
                </a:solidFill>
                <a:latin typeface="Segoe UI Semibold"/>
              </a:defRPr>
            </a:pPr>
            <a:r>
              <a:t>▶ 1. Ingestion Layer: Incoming SMS, Clipboard URL, or Pending APK trigger</a:t>
            </a:r>
          </a:p>
          <a:p>
            <a:pPr>
              <a:defRPr sz="1200">
                <a:solidFill>
                  <a:srgbClr val="18181B"/>
                </a:solidFill>
                <a:latin typeface="Segoe UI Semibold"/>
              </a:defRPr>
            </a:pPr>
            <a:r>
              <a:t>▶ 2. On-Device TinyBERT: 14.8MB quantized NLP model analyzes urgency &amp; deception</a:t>
            </a:r>
          </a:p>
          <a:p>
            <a:pPr>
              <a:defRPr sz="1200">
                <a:solidFill>
                  <a:srgbClr val="18181B"/>
                </a:solidFill>
                <a:latin typeface="Segoe UI Semibold"/>
              </a:defRPr>
            </a:pPr>
            <a:r>
              <a:t>▶ 3. Offline Heuristics: Levenshtein distance &amp; 1.8MB Bloom filter verify domains</a:t>
            </a:r>
          </a:p>
          <a:p>
            <a:pPr>
              <a:defRPr sz="1200">
                <a:solidFill>
                  <a:srgbClr val="18181B"/>
                </a:solidFill>
                <a:latin typeface="Segoe UI Semibold"/>
              </a:defRPr>
            </a:pPr>
            <a:r>
              <a:t>▶ 4. Static APK Auditor: Checks AndroidManifest.xml before package execution</a:t>
            </a:r>
          </a:p>
          <a:p>
            <a:pPr>
              <a:defRPr sz="1200">
                <a:solidFill>
                  <a:srgbClr val="18181B"/>
                </a:solidFill>
                <a:latin typeface="Segoe UI Semibold"/>
              </a:defRPr>
            </a:pPr>
            <a:r>
              <a:t>▶ 5. Real-Time HUD Alert: Sub-50ms heads-up alert with 1-Tap Block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03 • THE ARSENAL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KEY FEATURES / FUNCTIONALITY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01  On-Device TinyBERT NLP Scanner</a:t>
            </a:r>
          </a:p>
          <a:p>
            <a:pPr>
              <a:defRPr sz="1200">
                <a:solidFill>
                  <a:srgbClr val="18181B"/>
                </a:solidFill>
                <a:latin typeface="Segoe UI"/>
              </a:defRPr>
            </a:pPr>
            <a:r>
              <a:t>Scans incoming SMS and notifications locally for urgency and financial extortion cues in &lt; 35ms. Protects users before they react to fake KYC or bill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02  Offline Heuristic URL &amp; Phishing Engine</a:t>
            </a:r>
          </a:p>
          <a:p>
            <a:pPr>
              <a:defRPr sz="1200">
                <a:solidFill>
                  <a:srgbClr val="18181B"/>
                </a:solidFill>
                <a:latin typeface="Segoe UI"/>
              </a:defRPr>
            </a:pPr>
            <a:r>
              <a:t>Detects lookalike banking domains (typosquatting) and suspicious TLDs using a compressed 1.8MB Bloom filter. Intercepts fake links without internet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03  Static APK Privilege &amp; Trojan Auditor</a:t>
            </a:r>
          </a:p>
          <a:p>
            <a:pPr>
              <a:defRPr sz="1200">
                <a:solidFill>
                  <a:srgbClr val="18181B"/>
                </a:solidFill>
                <a:latin typeface="Segoe UI"/>
              </a:defRPr>
            </a:pPr>
            <a:r>
              <a:t>Inspects AndroidManifest.xml before app install. Identifies dangerous combinations (Accessibility Service + SMS Read) to stop keyloggers and overlay attacks.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2336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04  Instant Heads-Up Shield Alert &amp; 1-Tap Block</a:t>
            </a:r>
          </a:p>
          <a:p>
            <a:pPr>
              <a:defRPr sz="1200">
                <a:solidFill>
                  <a:srgbClr val="18181B"/>
                </a:solidFill>
                <a:latin typeface="Segoe UI"/>
              </a:defRPr>
            </a:pPr>
            <a:r>
              <a:t>Renders a non-intrusive safety overlay with calculated Threat Score (0-100) and one-tap neutralize action. Empowers users with zero technical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04 • THE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HOW THE SOLUTION WILL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2560320" cy="17373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1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User Action / Input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Incoming SMS received, link copied to clipboard, or APK package downloaded.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20240"/>
            <a:ext cx="2560320" cy="17373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2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Processing / Logic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TinyBERT evaluates urgency context; Levenshtein distance checks domain typosquatting.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560320" cy="17373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3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Data / Service Involved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Local 1.8MB Bloom filter, encrypted SQLite rules, and manifest auditor execute in 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20240"/>
            <a:ext cx="2560320" cy="17373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4</a:t>
            </a:r>
          </a:p>
          <a:p>
            <a:pPr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Output User Gets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Immediate color-coded HUD threat alert with risk score and 1-tap link block button.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ON-DEVICE EXECUTION FLOWCHART (&lt; 50ms LATENCY LOOP)</a:t>
            </a:r>
          </a:p>
          <a:p>
            <a:pPr>
              <a:defRPr sz="1150">
                <a:solidFill>
                  <a:srgbClr val="18181B"/>
                </a:solidFill>
                <a:latin typeface="Segoe UI"/>
              </a:defRPr>
            </a:pPr>
            <a:r>
              <a:t>• Passive Ingestion: Android BroadcastReceiver and ClipboardListener intercept incoming strings with zero user friction.</a:t>
            </a:r>
          </a:p>
          <a:p>
            <a:pPr>
              <a:defRPr sz="1150">
                <a:solidFill>
                  <a:srgbClr val="18181B"/>
                </a:solidFill>
                <a:latin typeface="Segoe UI"/>
              </a:defRPr>
            </a:pPr>
            <a:r>
              <a:t>• Parallel Edge Evaluation: Quantized TinyBERT (NLP) and Heuristic URL parser execute concurrently on device NPU/CPU in 32ms.</a:t>
            </a:r>
          </a:p>
          <a:p>
            <a:pPr>
              <a:defRPr sz="1150">
                <a:solidFill>
                  <a:srgbClr val="18181B"/>
                </a:solidFill>
                <a:latin typeface="Segoe UI"/>
              </a:defRPr>
            </a:pPr>
            <a:r>
              <a:t>• Threat Score Synthesis: Unified threat formula computes aggregate risk score (0-100) using local encrypted rule matrices.</a:t>
            </a:r>
          </a:p>
          <a:p>
            <a:pPr>
              <a:defRPr sz="1150">
                <a:solidFill>
                  <a:srgbClr val="18181B"/>
                </a:solidFill>
                <a:latin typeface="Segoe UI"/>
              </a:defRPr>
            </a:pPr>
            <a:r>
              <a:t>• Autonomous Intervention: If score &gt; 70, WindowManager renders floating safety HUD banner blocking dangerous click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05 • THE GEAR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TECHNOLOGY / TECH STACK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Frontend /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Kotlin, Jetpack Compose, WindowManager HUD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Lightweight, non-intrusive floating alert overlay on 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Core 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Android NDK, C++ TensorFlow Lite Runtime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Native sub-50ms local inference speed without UI thread 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AI /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Quantized TinyBERT (INT8, 14.8MB), ONNX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Ultra-fast NLP classification on edge devices without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Database / Local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Compressed Bloom Filter &amp; Encrypted SQLite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O(1) instant offline safe-domain lookups with zero cloud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System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Android AccessibilityService, BroadcastReceiver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Intercepts SMS intents and pre-install package 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Tools &amp; Profiling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Android Studio, Battery Historian, Git, TFLite 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Verified &lt; 2% daily battery drain and zero memory leaks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06 • INSIDE THE MINT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CURRENT PROGRESS / WORK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COMPLETED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Trained and INT8-quantized TinyBERT model on 15,000+ Indian smishing SMS dataset (14.8MB footprint).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Built offline Levenshtein typosquatting scanner &amp; Shannon entropy domain analyzer.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Engineered static APK manifest permission parser targeting Accessibility abuse.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Achieved 96.4% detection precision in standalone model benchmark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IN PROGRESS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Integrating unified risk aggregation formula (combining NLP + URL + APK scores).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Refining Android WindowManager HUD overlay for smooth display under 50ms latency.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Profiling battery consumption on low-end test Android devices.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Resolving background service lifecycle constraints on aggressive OEM battery managers.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91C1C"/>
                </a:solidFill>
                <a:latin typeface="Segoe UI Semibold"/>
              </a:defRPr>
            </a:pPr>
            <a:r>
              <a:t>PROTOTYPE DEMO STATUS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📱 Real-Time Detection Test: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Tested with simulated fake electricity bill SMS: Engine intercepted and flagged in 38ms.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🛡️ Malicious APK Sideloading: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Blocked test package requesting Accessibility + SMS read rights before install.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🎥 Official Pitch Video: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Complete 1080p demo video compiled: PS-5_X8Y9_Creative Criminals.mp4.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07 • THE GETAWAY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FUTURE PLAN /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1</a:t>
            </a:r>
          </a:p>
          <a:p>
            <a:pPr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DURING THE HACKATHON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Finalize end-to-end integration of SMS, URL, and APK threat modules.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Perform comprehensive latency benchmarking ensuring &lt; 50ms response.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Verify zero cloud network requests using Wireshark packet inspection.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Deliver complete working presentation and interactive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2</a:t>
            </a:r>
          </a:p>
          <a:p>
            <a:pPr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RIGHT AFTER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Add multi-lingual Indic models (Hindi, Gujarati, Marathi) for regional users.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Implement on-device voice scam call intent detection via edge Whisper/VAD.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Conduct beta testing trial with 500+ active mobile banking users.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Publish open benchmark dataset of categorized Indian phishing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3</a:t>
            </a:r>
          </a:p>
          <a:p>
            <a:pPr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LONG-TERM VISION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Develop embeddable On-Device Security SDK for banking &amp; UPI fintech apps.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Scale federated learning framework for decentralized privacy-preserving rule updates.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Partner with cyber crime cells and telecom operators for national fraud mitigation.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• Freemium consumer tier with premium enterprise device protection.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1A1A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08 • THE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GITHUB REPOSITORY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0698480" cy="10972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🔗  https://github.com/CreativeCriminals/PS05-OnDevice-Threat-Detection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2560320" cy="27432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PUBLIC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Repository visibility is set to public. Verified open access without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291840"/>
            <a:ext cx="2560320" cy="27432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README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Covers architecture diagrams, model quantization steps, setup instructions, and team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91840"/>
            <a:ext cx="2560320" cy="27432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COMMITS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Regular commits from all 4 team members across frontend, AI engine, and heuristic 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291840"/>
            <a:ext cx="2560320" cy="27432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DEMO VIDEO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Official pitch video: PS-5_X8Y9_Creative Criminals.mp4 included with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